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7A4C"/>
                </a:solidFill>
                <a:latin typeface="Meiryo UI"/>
              </a:defRPr>
            </a:pPr>
            <a: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32"/>
                </a:solidFill>
                <a:latin typeface="Meiryo UI"/>
              </a:defRPr>
            </a:pPr>
            <a:r>
              <a:t>商品ご提案書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AABB8"/>
                </a:solidFill>
                <a:latin typeface="Meiryo UI"/>
              </a:defRPr>
            </a:pPr>
            <a:r>
              <a:t>Product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案件名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4709159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9377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ご提案先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257799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提案日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806439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035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担当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6355079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ご提案概要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PROPOSAL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9490"/>
            </a:avLst>
          </a:prstGeom>
          <a:solidFill>
            <a:srgbClr val="F0F5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  <a:latin typeface="Meiryo UI"/>
              </a:defRPr>
            </a:pPr>
            <a:r>
              <a:t>■ ご提案の背景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703835"/>
            <a:ext cx="25603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背景情報をここに記載してください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  <a:latin typeface="Meiryo UI"/>
              </a:defRPr>
            </a:pPr>
            <a:r>
              <a:t>■ おすすめポイント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77440"/>
            <a:ext cx="320040" cy="32004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8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95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Meiryo UI"/>
              </a:defRPr>
            </a:pPr>
            <a:r>
              <a:t>ポイント１を記載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926080"/>
            <a:ext cx="320040" cy="320040"/>
          </a:xfrm>
          <a:prstGeom prst="roundRect">
            <a:avLst/>
          </a:prstGeom>
          <a:solidFill>
            <a:srgbClr val="259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73168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44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Meiryo UI"/>
              </a:defRPr>
            </a:pPr>
            <a:r>
              <a:t>ポイント２を記載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474720"/>
            <a:ext cx="320040" cy="320040"/>
          </a:xfrm>
          <a:prstGeom prst="roundRect">
            <a:avLst/>
          </a:prstGeom>
          <a:solidFill>
            <a:srgbClr val="4DA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73168" y="34930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Meiryo UI"/>
              </a:defRPr>
            </a:pPr>
            <a:r>
              <a:t>ポイント３を記載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■ 推奨商品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2377440"/>
            <a:ext cx="2743200" cy="1371600"/>
          </a:xfrm>
          <a:prstGeom prst="round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AABB8"/>
                </a:solidFill>
                <a:latin typeface="Meiryo UI"/>
              </a:defRPr>
            </a:pPr>
            <a:r>
              <a:t>RECOMMENDED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商品詳細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PRODUCT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114800" cy="47548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A8D"/>
                </a:solidFill>
                <a:latin typeface="Meiryo UI"/>
              </a:defRPr>
            </a:pPr>
            <a:r>
              <a:t>[ 商品画像 ]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563D32-D606-C7BB-C183-2D07EA23C350}"/>
              </a:ext>
            </a:extLst>
          </p:cNvPr>
          <p:cNvGrpSpPr/>
          <p:nvPr/>
        </p:nvGrpSpPr>
        <p:grpSpPr>
          <a:xfrm>
            <a:off x="2054860" y="1645920"/>
            <a:ext cx="1102360" cy="365760"/>
            <a:chOff x="726440" y="1645920"/>
            <a:chExt cx="1102360" cy="365760"/>
          </a:xfrm>
        </p:grpSpPr>
        <p:sp>
          <p:nvSpPr>
            <p:cNvPr id="9" name="Rounded Rectangle 8"/>
            <p:cNvSpPr/>
            <p:nvPr/>
          </p:nvSpPr>
          <p:spPr>
            <a:xfrm>
              <a:off x="731520" y="1645920"/>
              <a:ext cx="1097280" cy="365760"/>
            </a:xfrm>
            <a:prstGeom prst="roundRect">
              <a:avLst/>
            </a:prstGeom>
            <a:solidFill>
              <a:srgbClr val="1B7A4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6440" y="1705689"/>
              <a:ext cx="109728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  <a:latin typeface="Meiryo UI"/>
                </a:defRPr>
              </a:pPr>
              <a:r>
                <a:t>推奨商品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5029200" y="1463040"/>
            <a:ext cx="6583680" cy="320040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1463040"/>
            <a:ext cx="6583680" cy="4572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550014"/>
            <a:ext cx="27432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商品情報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103120"/>
            <a:ext cx="6583680" cy="4572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1488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商品名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560320"/>
            <a:ext cx="6583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2606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型番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017520"/>
            <a:ext cx="6583680" cy="4572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30632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参考価格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632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474720"/>
            <a:ext cx="6583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35204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納期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3931920"/>
            <a:ext cx="6583680" cy="4572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最小ロット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937760"/>
            <a:ext cx="6583680" cy="1371600"/>
          </a:xfrm>
          <a:prstGeom prst="roundRect">
            <a:avLst/>
          </a:prstGeom>
          <a:solidFill>
            <a:srgbClr val="ECF8F1"/>
          </a:solidFill>
          <a:ln w="12700">
            <a:solidFill>
              <a:srgbClr val="1B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9496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■ 特徴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Meiryo UI"/>
              </a:defRPr>
            </a:pPr>
            <a:r>
              <a:t>・ 特徴１を記載してください</a:t>
            </a:r>
            <a:br/>
            <a:r>
              <a:t>・ 特徴２を記載してください</a:t>
            </a:r>
            <a:br/>
            <a:r>
              <a:t>・ 特徴３を記載してください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候補商品比較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PRODUCT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95222"/>
            <a:ext cx="3474720" cy="52345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599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700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7A4C"/>
                </a:solidFill>
                <a:latin typeface="Meiryo UI"/>
              </a:defRPr>
            </a:pPr>
            <a:r>
              <a:t>推奨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94435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32"/>
                </a:solidFill>
                <a:latin typeface="Meiryo UI"/>
              </a:defRPr>
            </a:pPr>
            <a:r>
              <a:t>商品名 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5304758"/>
            <a:ext cx="2926080" cy="13716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59" y="5304758"/>
            <a:ext cx="2743200" cy="13716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548763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¥〇〇〇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5853398"/>
            <a:ext cx="2926080" cy="548640"/>
          </a:xfrm>
          <a:prstGeom prst="roundRect">
            <a:avLst/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6004607"/>
            <a:ext cx="25603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A2332"/>
                </a:solidFill>
                <a:latin typeface="Meiryo UI"/>
              </a:defRPr>
            </a:pPr>
            <a:r>
              <a:t>コメントを記載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395222"/>
            <a:ext cx="3474720" cy="52345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6344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8160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6700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A8D"/>
                </a:solidFill>
                <a:latin typeface="Meiryo UI"/>
              </a:defRPr>
            </a:pPr>
            <a:r>
              <a:t>候補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94435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32"/>
                </a:solidFill>
                <a:latin typeface="Meiryo UI"/>
              </a:defRPr>
            </a:pPr>
            <a:r>
              <a:t>商品名 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5304758"/>
            <a:ext cx="2926080" cy="13716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663440" y="5304758"/>
            <a:ext cx="2011680" cy="137160"/>
          </a:xfrm>
          <a:prstGeom prst="roundRect">
            <a:avLst/>
          </a:prstGeom>
          <a:solidFill>
            <a:srgbClr val="6B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548763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¥〇〇〇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5853398"/>
            <a:ext cx="2926080" cy="54864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6004607"/>
            <a:ext cx="25603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A2332"/>
                </a:solidFill>
                <a:latin typeface="Meiryo UI"/>
              </a:defRPr>
            </a:pPr>
            <a:r>
              <a:t>コメントを記載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395222"/>
            <a:ext cx="3474720" cy="52345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50392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0" y="2459043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6700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A8D"/>
                </a:solidFill>
                <a:latin typeface="Meiryo UI"/>
              </a:defRPr>
            </a:pPr>
            <a:r>
              <a:t>候補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4435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32"/>
                </a:solidFill>
                <a:latin typeface="Meiryo UI"/>
              </a:defRPr>
            </a:pPr>
            <a:r>
              <a:t>商品名 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5304758"/>
            <a:ext cx="2926080" cy="13716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503920" y="5304758"/>
            <a:ext cx="1463040" cy="137160"/>
          </a:xfrm>
          <a:prstGeom prst="roundRect">
            <a:avLst/>
          </a:prstGeom>
          <a:solidFill>
            <a:srgbClr val="6B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548763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¥〇〇〇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5853398"/>
            <a:ext cx="2926080" cy="54864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0" y="6004607"/>
            <a:ext cx="25603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A2332"/>
                </a:solidFill>
                <a:latin typeface="Meiryo UI"/>
              </a:defRPr>
            </a:pPr>
            <a:r>
              <a:t>コメントを記載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242BA5-EDA9-51AD-8C71-600E374389C4}"/>
              </a:ext>
            </a:extLst>
          </p:cNvPr>
          <p:cNvSpPr txBox="1"/>
          <p:nvPr/>
        </p:nvSpPr>
        <p:spPr>
          <a:xfrm>
            <a:off x="747574" y="506091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価格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D46480-2E00-ED55-8A83-ED485E6A5054}"/>
              </a:ext>
            </a:extLst>
          </p:cNvPr>
          <p:cNvSpPr txBox="1"/>
          <p:nvPr/>
        </p:nvSpPr>
        <p:spPr>
          <a:xfrm>
            <a:off x="4625747" y="506091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価格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83F6C3-C174-3FB2-5326-1C88F1EE49AC}"/>
              </a:ext>
            </a:extLst>
          </p:cNvPr>
          <p:cNvSpPr txBox="1"/>
          <p:nvPr/>
        </p:nvSpPr>
        <p:spPr>
          <a:xfrm>
            <a:off x="8463434" y="506091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価格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6B7D6B-B990-AFCC-F6F6-AE6A7A6C29D1}"/>
              </a:ext>
            </a:extLst>
          </p:cNvPr>
          <p:cNvSpPr txBox="1"/>
          <p:nvPr/>
        </p:nvSpPr>
        <p:spPr>
          <a:xfrm>
            <a:off x="747574" y="435583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8258C-A2FB-E440-F459-F83AF3A9A970}"/>
              </a:ext>
            </a:extLst>
          </p:cNvPr>
          <p:cNvSpPr txBox="1"/>
          <p:nvPr/>
        </p:nvSpPr>
        <p:spPr>
          <a:xfrm>
            <a:off x="4625747" y="435583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AE726E-20A1-CBBB-8428-F4EF6F4736B2}"/>
              </a:ext>
            </a:extLst>
          </p:cNvPr>
          <p:cNvSpPr txBox="1"/>
          <p:nvPr/>
        </p:nvSpPr>
        <p:spPr>
          <a:xfrm>
            <a:off x="8463434" y="435583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7470B6-ABE5-270B-3BE0-C7CC76E63F6A}"/>
              </a:ext>
            </a:extLst>
          </p:cNvPr>
          <p:cNvSpPr txBox="1"/>
          <p:nvPr/>
        </p:nvSpPr>
        <p:spPr>
          <a:xfrm>
            <a:off x="798194" y="4594195"/>
            <a:ext cx="854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特徴を記載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88872D-0337-B733-7077-902332E8223A}"/>
              </a:ext>
            </a:extLst>
          </p:cNvPr>
          <p:cNvSpPr txBox="1"/>
          <p:nvPr/>
        </p:nvSpPr>
        <p:spPr>
          <a:xfrm>
            <a:off x="4676367" y="4594195"/>
            <a:ext cx="854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特徴を記載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2BB30-4EBF-C855-F41B-F75D19BAE7EF}"/>
              </a:ext>
            </a:extLst>
          </p:cNvPr>
          <p:cNvSpPr txBox="1"/>
          <p:nvPr/>
        </p:nvSpPr>
        <p:spPr>
          <a:xfrm>
            <a:off x="8514054" y="4594195"/>
            <a:ext cx="854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特徴を記載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採用推奨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3200400" cy="32004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1B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3229390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採用商品画像 ]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4572000"/>
            <a:ext cx="640080" cy="640080"/>
          </a:xfrm>
          <a:prstGeom prst="ellipse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4617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6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7A4C"/>
                </a:solidFill>
                <a:latin typeface="Meiryo UI"/>
              </a:defRPr>
            </a:pPr>
            <a:r>
              <a:rPr sz="1400"/>
              <a:t>採用推奨商品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463040"/>
            <a:ext cx="6217920" cy="47548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■ 推奨理由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56032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2606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理由タイトル１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推奨理由の詳細を記載してください。品質やコスト面での優位性など。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383279"/>
            <a:ext cx="5303520" cy="9144"/>
          </a:xfrm>
          <a:prstGeom prst="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0" y="365760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理由タイトル２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推奨理由の詳細を記載してください。納期やサポート面での優位性など。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480560"/>
            <a:ext cx="5303520" cy="9144"/>
          </a:xfrm>
          <a:prstGeom prst="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0" y="475488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理由タイトル３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推奨理由の詳細を記載してください。実績や信頼性など。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スケジュール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0" y="2011680"/>
            <a:ext cx="18288" cy="4114800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71600" y="1828800"/>
            <a:ext cx="548640" cy="548640"/>
          </a:xfrm>
          <a:prstGeom prst="ellipse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19278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Meiryo UI"/>
              </a:defRPr>
            </a:pPr>
            <a:r>
              <a:t>提案日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ご提案書の提出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926080"/>
            <a:ext cx="548640" cy="548640"/>
          </a:xfrm>
          <a:prstGeom prst="ellipse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0251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Meiryo UI"/>
              </a:defRPr>
            </a:pPr>
            <a:r>
              <a:t>採用決定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商品の採用承認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023360"/>
            <a:ext cx="548640" cy="548640"/>
          </a:xfrm>
          <a:prstGeom prst="ellipse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1224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Meiryo UI"/>
              </a:defRPr>
            </a:pPr>
            <a:r>
              <a:t>発注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正式な発注手続き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5120640"/>
            <a:ext cx="548640" cy="548640"/>
          </a:xfrm>
          <a:prstGeom prst="ellipse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52197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Meiryo UI"/>
              </a:defRPr>
            </a:pPr>
            <a:r>
              <a:t>納品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商品の納品完了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463040"/>
            <a:ext cx="4754880" cy="41148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  <a:latin typeface="Meiryo UI"/>
              </a:defRPr>
            </a:pPr>
            <a:r>
              <a:t>■ 備考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377440"/>
            <a:ext cx="4023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2612395"/>
            <a:ext cx="3657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備考事項を記載してください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5760720"/>
            <a:ext cx="4754880" cy="73152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0" y="5995675"/>
            <a:ext cx="43891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eiryo UI"/>
              </a:defRPr>
            </a:pPr>
            <a:r>
              <a:rPr sz="1100"/>
              <a:t>※ スケジュールは変更される場合がございます。事前にご相談ください。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7A4C"/>
                </a:solidFill>
                <a:latin typeface="Meiryo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 UI"/>
              </a:defRPr>
            </a:pPr>
            <a:r>
              <a:t>ありがとうございました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291840"/>
            <a:ext cx="1097280" cy="36576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AABB8"/>
                </a:solidFill>
                <a:latin typeface="Meiryo UI"/>
              </a:defRPr>
            </a:pPr>
            <a:r>
              <a:t>ご検討のほど</a:t>
            </a:r>
            <a:br/>
            <a:r>
              <a:t>よろしくお願いいたします。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572000"/>
            <a:ext cx="3931920" cy="1645920"/>
          </a:xfrm>
          <a:prstGeom prst="roundRect">
            <a:avLst/>
          </a:prstGeom>
          <a:solidFill>
            <a:srgbClr val="2A3A52"/>
          </a:solidFill>
          <a:ln w="12700">
            <a:solidFill>
              <a:srgbClr val="3A4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0" y="4754880"/>
            <a:ext cx="822960" cy="54864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4800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394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Company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669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Brand Visual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197</Words>
  <Application>Microsoft Office PowerPoint</Application>
  <PresentationFormat>Widescreen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Meiryo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Truong Van Vu</cp:lastModifiedBy>
  <cp:revision>14</cp:revision>
  <dcterms:created xsi:type="dcterms:W3CDTF">2013-01-27T09:14:16Z</dcterms:created>
  <dcterms:modified xsi:type="dcterms:W3CDTF">2026-05-16T07:51:28Z</dcterms:modified>
  <cp:category/>
</cp:coreProperties>
</file>